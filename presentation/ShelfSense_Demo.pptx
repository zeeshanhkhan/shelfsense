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one-sentence purpose: catch a wrong shelf price before a customer does, on hardware that stays in the store.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Bigger picture before any architecture. Compliance and revenue: a shelf price lower than the system may have to be honored at checkout.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eight steps. Stress step 4: only barcode, price, and confidence cross the network. Step 7 is llama3.2:3b. If Ollama is stopped, the source flips to rules.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demo phone is any Android device with a camera. Point shelfsense.baseUrl at the laptop Wi-Fi address, with a trailing slash.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API key for the dashboard is the SHELFSENSE_API_KEY you started the server with. llama3.2:3b is pulled with Ollama and is not stored in this repo.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Demo labels: Cola 12pk at $6.99 is a match. AA Batteries label is $9.99 versus system $10.99, the 1-hour case. Tissue Box label is $3.99 versus system $3.49, the 4-hour case. Read the price columns before reading the model sentence.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Labels file: D:\AI\projects\shelfsense\server\labels.html. Backup with no phone: python simulate_scans.py --server http://127.0.0.1:8000 from the server folder, with SHELFSENSE_API_KEY set.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3EE0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57200"/>
          </a:xfrm>
          <a:prstGeom prst="rect">
            <a:avLst/>
          </a:prstGeom>
          <a:noFill/>
        </p:spPr>
        <p:txBody>
          <a:bodyPr wrap="square" lIns="0" rIns="0" tIns="0"/>
          <a:lstStyle/>
          <a:p>
            <a:pPr algn="l"/>
            <a:r>
              <a:rPr sz="2000" b="1">
                <a:solidFill>
                  <a:srgbClr val="3EE0A2"/>
                </a:solidFill>
                <a:latin typeface="Segoe UI"/>
              </a:rPr>
              <a:t>SHELFSENSE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10972800" cy="1280160"/>
          </a:xfrm>
          <a:prstGeom prst="rect">
            <a:avLst/>
          </a:prstGeom>
          <a:noFill/>
        </p:spPr>
        <p:txBody>
          <a:bodyPr wrap="square" lIns="0" rIns="0" tIns="0"/>
          <a:lstStyle/>
          <a:p>
            <a:pPr algn="l"/>
            <a:r>
              <a:rPr sz="4800" b="1">
                <a:solidFill>
                  <a:srgbClr val="F4F7FB"/>
                </a:solidFill>
                <a:latin typeface="Segoe UI"/>
              </a:rPr>
              <a:t>On-prem store server
price compliance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114800"/>
            <a:ext cx="10972800" cy="548640"/>
          </a:xfrm>
          <a:prstGeom prst="rect">
            <a:avLst/>
          </a:prstGeom>
          <a:noFill/>
        </p:spPr>
        <p:txBody>
          <a:bodyPr wrap="square" lIns="0" rIns="0" tIns="0"/>
          <a:lstStyle/>
          <a:p>
            <a:pPr algn="l"/>
            <a:r>
              <a:rPr sz="3200" b="1">
                <a:solidFill>
                  <a:srgbClr val="7AA2FF"/>
                </a:solidFill>
                <a:latin typeface="Segoe UI"/>
              </a:rPr>
              <a:t>Using an edge AI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937760"/>
            <a:ext cx="10972800" cy="1097280"/>
          </a:xfrm>
          <a:prstGeom prst="rect">
            <a:avLst/>
          </a:prstGeom>
          <a:noFill/>
        </p:spPr>
        <p:txBody>
          <a:bodyPr wrap="square" lIns="0" rIns="0" tIns="0"/>
          <a:lstStyle/>
          <a:p>
            <a:pPr algn="l"/>
            <a:r>
              <a:rPr sz="2000" b="0">
                <a:solidFill>
                  <a:srgbClr val="9AA8C3"/>
                </a:solidFill>
                <a:latin typeface="Segoe UI"/>
              </a:rPr>
              <a:t>llama3.2:3b
Meta Llama 3.2  ·  3 billion parameters  ·  about 2 GB
Local Ollama on the store GPU. The photo and the model stay in the store.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731520"/>
          </a:xfrm>
          <a:prstGeom prst="rect">
            <a:avLst/>
          </a:prstGeom>
          <a:noFill/>
        </p:spPr>
        <p:txBody>
          <a:bodyPr wrap="square" lIns="0" rIns="0" tIns="0"/>
          <a:lstStyle/>
          <a:p>
            <a:pPr algn="l"/>
            <a:r>
              <a:rPr sz="4000" b="1">
                <a:solidFill>
                  <a:srgbClr val="F4F7FB"/>
                </a:solidFill>
                <a:latin typeface="Segoe UI"/>
              </a:rPr>
              <a:t>What this achieves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46304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600" b="0">
                <a:solidFill>
                  <a:srgbClr val="F4F7FB"/>
                </a:solidFill>
                <a:latin typeface="Segoe UI"/>
              </a:rPr>
              <a:t>An associate points a phone at a shelf label.</a:t>
            </a:r>
          </a:p>
          <a:p>
            <a:pPr>
              <a:spcAft>
                <a:spcPts val="1400"/>
              </a:spcAft>
            </a:pPr>
            <a:r>
              <a:rPr sz="2600" b="0">
                <a:solidFill>
                  <a:srgbClr val="F4F7FB"/>
                </a:solidFill>
                <a:latin typeface="Segoe UI"/>
              </a:rPr>
              <a:t>The phone reads the barcode and the printed price. The photo stays on the device.</a:t>
            </a:r>
          </a:p>
          <a:p>
            <a:pPr>
              <a:spcAft>
                <a:spcPts val="1400"/>
              </a:spcAft>
            </a:pPr>
            <a:r>
              <a:rPr sz="2600" b="0">
                <a:solidFill>
                  <a:srgbClr val="F4F7FB"/>
                </a:solidFill>
                <a:latin typeface="Segoe UI"/>
              </a:rPr>
              <a:t>The laptop, acting as the store server, checks those numbers against the price list.</a:t>
            </a:r>
          </a:p>
          <a:p>
            <a:pPr>
              <a:spcAft>
                <a:spcPts val="1400"/>
              </a:spcAft>
            </a:pPr>
            <a:r>
              <a:rPr sz="2600" b="0">
                <a:solidFill>
                  <a:srgbClr val="F4F7FB"/>
                </a:solidFill>
                <a:latin typeface="Segoe UI"/>
              </a:rPr>
              <a:t>A wrong label becomes a short task, with a one-hour or four-hour deadline from the store SOP.</a:t>
            </a:r>
          </a:p>
          <a:p>
            <a:pPr>
              <a:spcAft>
                <a:spcPts val="1400"/>
              </a:spcAft>
            </a:pPr>
            <a:r>
              <a:rPr sz="2600" b="0">
                <a:solidFill>
                  <a:srgbClr val="F4F7FB"/>
                </a:solidFill>
                <a:latin typeface="Segoe UI"/>
              </a:rPr>
              <a:t>If the network or the model is down, the scan is kept and the task is still written.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shelfsense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45720"/>
            <a:ext cx="11914632" cy="672084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/>
          <a:lstStyle/>
          <a:p>
            <a:pPr algn="l"/>
            <a:r>
              <a:rPr sz="4000" b="1">
                <a:solidFill>
                  <a:srgbClr val="7AA2FF"/>
                </a:solidFill>
                <a:latin typeface="Segoe UI"/>
              </a:rPr>
              <a:t>Phone side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600" b="0">
                <a:solidFill>
                  <a:srgbClr val="F4F7FB"/>
                </a:solidFill>
                <a:latin typeface="Segoe UI"/>
              </a:rPr>
              <a:t>Camera looks at the label. Barcode and price are read on the device.</a:t>
            </a:r>
          </a:p>
          <a:p>
            <a:pPr>
              <a:spcAft>
                <a:spcPts val="1400"/>
              </a:spcAft>
            </a:pPr>
            <a:r>
              <a:rPr sz="2600" b="0">
                <a:solidFill>
                  <a:srgbClr val="F4F7FB"/>
                </a:solidFill>
                <a:latin typeface="Segoe UI"/>
              </a:rPr>
              <a:t>The associate taps Capture. The scan is stored on the phone with its own id.</a:t>
            </a:r>
          </a:p>
          <a:p>
            <a:pPr>
              <a:spcAft>
                <a:spcPts val="1400"/>
              </a:spcAft>
            </a:pPr>
            <a:r>
              <a:rPr sz="2600" b="0">
                <a:solidFill>
                  <a:srgbClr val="F4F7FB"/>
                </a:solidFill>
                <a:latin typeface="Segoe UI"/>
              </a:rPr>
              <a:t>Airplane mode does not lose the scan. Sync now sends it when Wi-Fi returns.</a:t>
            </a:r>
          </a:p>
          <a:p>
            <a:pPr>
              <a:spcAft>
                <a:spcPts val="1400"/>
              </a:spcAft>
            </a:pPr>
            <a:r>
              <a:rPr sz="2600" b="0">
                <a:solidFill>
                  <a:srgbClr val="F4F7FB"/>
                </a:solidFill>
                <a:latin typeface="Segoe UI"/>
              </a:rPr>
              <a:t>A retry is safe. The server ignores a scan it has already stored.</a:t>
            </a:r>
          </a:p>
          <a:p>
            <a:pPr>
              <a:spcAft>
                <a:spcPts val="1400"/>
              </a:spcAft>
            </a:pPr>
            <a:r>
              <a:rPr sz="2600" b="0">
                <a:solidFill>
                  <a:srgbClr val="F4F7FB"/>
                </a:solidFill>
                <a:latin typeface="Segoe UI"/>
              </a:rPr>
              <a:t>On a rugged handheld, the hardware scanner can fill the barcode. A regular phone uses the camera for both.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1188720"/>
          </a:xfrm>
          <a:prstGeom prst="rect">
            <a:avLst/>
          </a:prstGeom>
          <a:noFill/>
        </p:spPr>
        <p:txBody>
          <a:bodyPr wrap="square" lIns="0" rIns="0" tIns="0"/>
          <a:lstStyle/>
          <a:p>
            <a:pPr algn="l"/>
            <a:r>
              <a:rPr sz="3400" b="1">
                <a:solidFill>
                  <a:srgbClr val="F4F7FB"/>
                </a:solidFill>
                <a:latin typeface="Segoe UI"/>
              </a:rPr>
              <a:t>On-prem store server
price compliance using an edge AI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1097280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4F7FB"/>
                </a:solidFill>
                <a:latin typeface="Segoe UI"/>
              </a:rPr>
              <a:t>This laptop is the store server. Dashboard: http://127.0.0.1:8000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4F7FB"/>
                </a:solidFill>
                <a:latin typeface="Segoe UI"/>
              </a:rPr>
              <a:t>Price check is a rule against the price list, not a guess by the model.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4F7FB"/>
                </a:solidFill>
                <a:latin typeface="Segoe UI"/>
              </a:rPr>
              <a:t>Edge model: llama3.2:3b, Meta Llama 3.2, 3 billion parameters, about 2 GB.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4F7FB"/>
                </a:solidFill>
                <a:latin typeface="Segoe UI"/>
              </a:rPr>
              <a:t>It runs locally with Ollama on the store GPU and writes the associate task.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4F7FB"/>
                </a:solidFill>
                <a:latin typeface="Segoe UI"/>
              </a:rPr>
              <a:t>Stop Ollama and the same task is written from fixed rules. Source changes from llm:llama3.2:3b to rules.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/>
          <a:lstStyle/>
          <a:p>
            <a:pPr algn="l"/>
            <a:r>
              <a:rPr sz="4000" b="1">
                <a:solidFill>
                  <a:srgbClr val="F4F7FB"/>
                </a:solidFill>
                <a:latin typeface="Segoe UI"/>
              </a:rPr>
              <a:t>How a scan is decided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258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4F7FB"/>
                </a:solidFill>
                <a:latin typeface="Segoe UI"/>
              </a:rPr>
              <a:t>Match. Shelf price and system price are the same. An open issue for that item closes.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4F7FB"/>
                </a:solidFill>
                <a:latin typeface="Segoe UI"/>
              </a:rPr>
              <a:t>Mismatch. Prices differ. Shelf lower than system: fix within 1 hour. Shelf higher: fix within 4 hours.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4F7FB"/>
                </a:solidFill>
                <a:latin typeface="Segoe UI"/>
              </a:rPr>
              <a:t>Unknown item. The barcode is not in the price list. Set it aside.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4F7FB"/>
                </a:solidFill>
                <a:latin typeface="Segoe UI"/>
              </a:rPr>
              <a:t>Rescan. The price was missing, or confidence was under 0.60.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4F7FB"/>
                </a:solidFill>
                <a:latin typeface="Segoe UI"/>
              </a:rPr>
              <a:t>Close a mismatch as Label replaced, or as OCR misread. A misread is kept as a labeled example.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11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</p:spPr>
        <p:txBody>
          <a:bodyPr wrap="square" lIns="0" rIns="0" tIns="0"/>
          <a:lstStyle/>
          <a:p>
            <a:pPr algn="l"/>
            <a:r>
              <a:rPr sz="4000" b="1">
                <a:solidFill>
                  <a:srgbClr val="F4F7FB"/>
                </a:solidFill>
                <a:latin typeface="Segoe UI"/>
              </a:rPr>
              <a:t>Five-minute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280160"/>
            <a:ext cx="109728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4F7FB"/>
                </a:solidFill>
                <a:latin typeface="Segoe UI"/>
              </a:rPr>
              <a:t>1. Dashboard is empty. This laptop is the store server.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4F7FB"/>
                </a:solidFill>
                <a:latin typeface="Segoe UI"/>
              </a:rPr>
              <a:t>2. Scan Cola at $6.99. Match. Only two numbers crossed the network.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4F7FB"/>
                </a:solidFill>
                <a:latin typeface="Segoe UI"/>
              </a:rPr>
              <a:t>3. Scan AA Batteries, label $9.99, system $10.99. Mismatch, 1-hour task, source llm:llama3.2:3b.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4F7FB"/>
                </a:solidFill>
                <a:latin typeface="Segoe UI"/>
              </a:rPr>
              <a:t>4. Airplane mode, scan two labels, then Sync now.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4F7FB"/>
                </a:solidFill>
                <a:latin typeface="Segoe UI"/>
              </a:rPr>
              <a:t>5. Stop Ollama and scan again. Source becomes rules. Then mark one row as an OCR misread.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